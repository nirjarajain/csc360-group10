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0EA5E9"/>
                </a:solidFill>
                <a:latin typeface="Segoe UI"/>
              </a:defRPr>
            </a:pPr>
            <a:r>
              <a:t>🏛️ Library Master-Detail System</a:t>
            </a:r>
          </a:p>
          <a:p>
            <a:pPr>
              <a:spcAft>
                <a:spcPts val="2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A Generic Repository &amp; Reusable UI Scaffolding Architecture in JavaFX 21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Course: CSC360 Software Engineering  |  Tech: Java 21 • JavaFX • Maven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LIBRARY MASTER-DETAIL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1. Problem Statement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🔴 Massive Code Duplication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Building separate management screens (Books, Members, Loans) usually results in copy-pasted CRUD operations and repetitive boilerplate controller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⚠️ Fragmented UI Logic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Without a standardized UI container, table selections, detail pane updates, search filters, and form dialogs are implemented inconsistently across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📉 Hard to Extend &amp; Maintain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Adding a new entity (e.g., Publishers, Fine Receipts) requires rewriting the entire data repository and UI layout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LIBRARY MASTER-DETAIL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2. Solution &amp; Architectural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⚡ Generic Repository Pattern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Single `GenericRepository&lt;T, ID&gt;` interface handling full CRUD logic for all domain models via type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290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🖥️ Template Method UI Framework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Abstract `MasterDetailView&lt;T, ID&gt;` class controlling split layout scaffolding, search filtering, and item selection.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290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7373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💾 In-Memory Thread-Safe Store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Backed by `ConcurrentHashMap`, guaranteeing zero-config immediate execution and clean separation of concerns.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LIBRARY MASTER-DETAIL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3. Core Functional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📊 Executive Dashboard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Real-time library statistics (Books, Patrons, Active Loans, Overdue Fines) and recent circulation history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52578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4592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📚 Books Catalog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Searchable catalog master table with color-coded stock availability badges and instant book checkout modal.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👥 Patron Directory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Directory of Student, Faculty, and Regular members with status indicators (ACTIVE / SUSPENDED).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40480"/>
            <a:ext cx="52578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023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📖 Circulation Loans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Loan lifecycle management with automated daily fine calculation ($1.50/day overdue) and 1-click book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LIBRARY MASTER-DETAIL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4. Architecture Implementation (Essential 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1. Generic Repository Interface</a:t>
            </a:r>
          </a:p>
          <a:p>
            <a:pPr>
              <a:defRPr sz="1200">
                <a:solidFill>
                  <a:srgbClr val="0EA5E9"/>
                </a:solidFill>
                <a:latin typeface="Consolas"/>
              </a:defRPr>
            </a:pPr>
            <a:r>
              <a:t>public interface GenericRepository&lt;T, ID&gt; {</a:t>
            </a:r>
            <a:br/>
            <a:r>
              <a:t>    T save(T entity);</a:t>
            </a:r>
            <a:br/>
            <a:r>
              <a:t>    Optional&lt;T&gt; findById(ID id);</a:t>
            </a:r>
            <a:br/>
            <a:r>
              <a:t>    List&lt;T&gt; findAll();</a:t>
            </a:r>
            <a:br/>
            <a:r>
              <a:t>    boolean deleteById(ID id);</a:t>
            </a:r>
            <a:br/>
            <a:r>
              <a:t>    List&lt;T&gt; search(Predicate&lt;T&gt; predicate);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4592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2. Master-Detail UI Template Method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public abstract class MasterDetailView&lt;T, ID&gt; </a:t>
            </a:r>
            <a:br/>
            <a:r>
              <a:t>       extends BorderPane {</a:t>
            </a:r>
            <a:br/>
            <a:r>
              <a:t>    </a:t>
            </a:r>
            <a:br/>
            <a:r>
              <a:t>    // Abstract hook methods</a:t>
            </a:r>
            <a:br/>
            <a:r>
              <a:t>    protected abstract void setupTableColumns();</a:t>
            </a:r>
            <a:br/>
            <a:r>
              <a:t>    protected abstract Node buildDetailPane(T item);</a:t>
            </a:r>
            <a:br/>
            <a:r>
              <a:t>    protected abstract boolean matchesSearch(T item, String query);</a:t>
            </a:r>
            <a:br/>
            <a:r>
              <a:t>    protected abstract void showAddDialog();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LIBRARY MASTER-DETAIL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5. Executive Dashboard Module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3867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463040"/>
            <a:ext cx="3687775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322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Key Features: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📊 Live Summary Cards for Catalog Books, Patrons, Active Loans, &amp; Overdue Fines.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📋 Recent Circulation Log Table displaying loan statuses in real-time.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🖱️ Direct One-Click Navigation from metric cards to target management 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LIBRARY MASTER-DETAIL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6. Books Catalog — Master-Detail View</a:t>
            </a:r>
          </a:p>
        </p:txBody>
      </p:sp>
      <p:pic>
        <p:nvPicPr>
          <p:cNvPr id="5" name="Picture 4" descr="books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3867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463040"/>
            <a:ext cx="3687775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322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Catalog Capabilities: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🔍 Keyword Search across Title, Author, ISBN, and Category.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🏷️ Status Badges highlighting real-time stock (AVAILABLE / OUT OF STOCK).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📖 Rich Detail Side Panel displaying full book metadata and rating.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⚡ Instant Checkout Action button opening loan issue dialog.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LIBRARY MASTER-DETAIL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7. Member Directory Module</a:t>
            </a:r>
          </a:p>
        </p:txBody>
      </p:sp>
      <p:pic>
        <p:nvPicPr>
          <p:cNvPr id="5" name="Picture 4" descr="members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3331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463040"/>
            <a:ext cx="3687775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322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Member Management: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👤 Patron Categorization (Student, Faculty, Regular Members).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🛡️ Membership Status badges (`ACTIVE`, `SUSPENDED`).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📊 Active Borrowing Count tracking for each patron.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📜 Comprehensive Member detail card with contact info &amp;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LIBRARY MASTER-DETAIL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8. Circulation Loans &amp; Return Processing</a:t>
            </a:r>
          </a:p>
        </p:txBody>
      </p:sp>
      <p:pic>
        <p:nvPicPr>
          <p:cNvPr id="5" name="Picture 4" descr="loans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3666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463040"/>
            <a:ext cx="3687775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322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Circulation Features: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🔄 Automated Fine Calculation ($1.50 per overdue day).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🏷️ Status Lifecycle Tracking (`ACTIVE`, `OVERDUE`, `RETURNED`).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📥 One-Click Book Return processing with instant inventory restore.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🔎 Status Combo Filter to easily isolate overdue loans.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LIBRARY MASTER-DETAIL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9. Conclusion &amp; Architectural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🏆 High Reusability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Generic Repository &amp; UI Scaffolding reduce overall codebase volume by over 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52578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4592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🛡️ Robust Type Safety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Java 21 generics eliminate runtime type casting errors across all data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🚀 Effortless Scalability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New entity management modules can be integrated in under 50 lines of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40480"/>
            <a:ext cx="52578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023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🎨 Modern User Experience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Custom CSS design system delivers a responsive, dark-themed desktop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